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1A1A1A"/>
                </a:solidFill>
                <a:latin typeface="Outfit"/>
              </a:rPr>
              <a:t>DistributorApp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8036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6B7280"/>
                </a:solidFill>
                <a:latin typeface="Plus Jakarta Sans"/>
              </a:rPr>
              <a:t>Aplikasi Manajemen Distributor Semen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657600"/>
            <a:ext cx="2011680" cy="5486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77639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B703"/>
                </a:solidFill>
                <a:latin typeface="Plus Jakarta Sans"/>
              </a:rPr>
              <a:t>Order online · Estimasi ongkir otomatis · Monitoring penjualan &amp; estimasi cuan/rugi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03504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CA3AF"/>
                </a:solidFill>
                <a:latin typeface="Plus Jakarta Sans"/>
              </a:rPr>
              <a:t>Proposal Penawaran — JR Logix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Outfit"/>
              </a:rPr>
              <a:t>Mengapa DistributorApp?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Plus Jakarta Sans"/>
              </a:rPr>
              <a:t>Nilai jual utama yang membedakan dari aplikasi distributor 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41148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9CA3AF"/>
                </a:solidFill>
                <a:latin typeface="Outfit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FFB703"/>
                </a:solidFill>
                <a:latin typeface="Outfit"/>
              </a:rPr>
              <a:t>Order Online Langsung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1A"/>
                </a:solidFill>
                <a:latin typeface="Plus Jakarta Sans"/>
              </a:rPr>
              <a:t>▪ Customer pesan produk dan input tujuan kirim sendiri tanpa perantara.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FFB703"/>
                </a:solidFill>
                <a:latin typeface="Outfit"/>
              </a:rPr>
              <a:t>Estimasi Ongkir Otomatis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1A"/>
                </a:solidFill>
                <a:latin typeface="Plus Jakarta Sans"/>
              </a:rPr>
              <a:t>▪ Sistem hitung ongkir dari pabrik ke tujuan, total transparan: produk + ongkir.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73736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FFB703"/>
                </a:solidFill>
                <a:latin typeface="Outfit"/>
              </a:rPr>
              <a:t>Estimasi Cuan / Rugi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1A"/>
                </a:solidFill>
                <a:latin typeface="Plus Jakarta Sans"/>
              </a:rPr>
              <a:t>▪ Saat approve, sistem tampilkan proyeksi margin setiap order.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FFB703"/>
                </a:solidFill>
                <a:latin typeface="Outfit"/>
              </a:rPr>
              <a:t>Monitoring Semua Panel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1A"/>
                </a:solidFill>
                <a:latin typeface="Plus Jakarta Sans"/>
              </a:rPr>
              <a:t>▪ Admin, Sales, Owner &amp; Customer melihat status transaksi real-time.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8862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FFB703"/>
                </a:solidFill>
                <a:latin typeface="Outfit"/>
              </a:rPr>
              <a:t>Login Gmail &amp; Manual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1A"/>
                </a:solidFill>
                <a:latin typeface="Plus Jakarta Sans"/>
              </a:rPr>
              <a:t>▪ Dua cara masuk, semua orang bisa dibuatkan akun.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38862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FFB703"/>
                </a:solidFill>
                <a:latin typeface="Outfit"/>
              </a:rPr>
              <a:t>Sistem Referal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1A"/>
                </a:solidFill>
                <a:latin typeface="Plus Jakarta Sans"/>
              </a:rPr>
              <a:t>▪ Lacak pembelian customer via non-sales.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Outfit"/>
              </a:rPr>
              <a:t>Alur Bisnis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Plus Jakarta Sans"/>
              </a:rPr>
              <a:t>Dari order customer sampai pengiriman — semua terpantau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41148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9CA3AF"/>
                </a:solidFill>
                <a:latin typeface="Outfit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6916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/>
            <a:r>
              <a:rPr sz="3000" b="1">
                <a:solidFill>
                  <a:srgbClr val="D62828"/>
                </a:solidFill>
                <a:latin typeface="Outfit"/>
              </a:rPr>
              <a:t>1</a:t>
            </a:r>
          </a:p>
          <a:p>
            <a:pPr algn="ctr"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  <a:latin typeface="Outfit"/>
              </a:rPr>
              <a:t>Customer Order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6B7280"/>
                </a:solidFill>
                <a:latin typeface="Plus Jakarta Sans"/>
              </a:rPr>
              <a:t>Pilih produk + input tujuan kirim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94560" y="2743200"/>
            <a:ext cx="256032" cy="457200"/>
          </a:xfrm>
          <a:prstGeom prst="rightArrow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41448" y="1828800"/>
            <a:ext cx="16916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/>
            <a:r>
              <a:rPr sz="3000" b="1">
                <a:solidFill>
                  <a:srgbClr val="D62828"/>
                </a:solidFill>
                <a:latin typeface="Outfit"/>
              </a:rPr>
              <a:t>2</a:t>
            </a:r>
          </a:p>
          <a:p>
            <a:pPr algn="ctr"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  <a:latin typeface="Outfit"/>
              </a:rPr>
              <a:t>Hitung Ongkir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6B7280"/>
                </a:solidFill>
                <a:latin typeface="Plus Jakarta Sans"/>
              </a:rPr>
              <a:t>Sistem estimasi ongkir dari pabrik ke tujuan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2743200"/>
            <a:ext cx="256032" cy="457200"/>
          </a:xfrm>
          <a:prstGeom prst="rightArrow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9976" y="1828800"/>
            <a:ext cx="16916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/>
            <a:r>
              <a:rPr sz="3000" b="1">
                <a:solidFill>
                  <a:srgbClr val="D62828"/>
                </a:solidFill>
                <a:latin typeface="Outfit"/>
              </a:rPr>
              <a:t>3</a:t>
            </a:r>
          </a:p>
          <a:p>
            <a:pPr algn="ctr"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  <a:latin typeface="Outfit"/>
              </a:rPr>
              <a:t>Total Transaksi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6B7280"/>
                </a:solidFill>
                <a:latin typeface="Plus Jakarta Sans"/>
              </a:rPr>
              <a:t>Produk + ongkir, jelas &amp; transparan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71616" y="2743200"/>
            <a:ext cx="256032" cy="457200"/>
          </a:xfrm>
          <a:prstGeom prst="rightArrow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8504" y="1828800"/>
            <a:ext cx="16916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/>
            <a:r>
              <a:rPr sz="3000" b="1">
                <a:solidFill>
                  <a:srgbClr val="D62828"/>
                </a:solidFill>
                <a:latin typeface="Outfit"/>
              </a:rPr>
              <a:t>4</a:t>
            </a:r>
          </a:p>
          <a:p>
            <a:pPr algn="ctr"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  <a:latin typeface="Outfit"/>
              </a:rPr>
              <a:t>Approve Admin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6B7280"/>
                </a:solidFill>
                <a:latin typeface="Plus Jakarta Sans"/>
              </a:rPr>
              <a:t>Review + lihat estimasi cuan/rugi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010144" y="2743200"/>
            <a:ext cx="256032" cy="457200"/>
          </a:xfrm>
          <a:prstGeom prst="rightArrow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57032" y="1828800"/>
            <a:ext cx="16916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/>
            <a:r>
              <a:rPr sz="3000" b="1">
                <a:solidFill>
                  <a:srgbClr val="D62828"/>
                </a:solidFill>
                <a:latin typeface="Outfit"/>
              </a:rPr>
              <a:t>5</a:t>
            </a:r>
          </a:p>
          <a:p>
            <a:pPr algn="ctr"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  <a:latin typeface="Outfit"/>
              </a:rPr>
              <a:t>Proses &amp; Kirim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6B7280"/>
                </a:solidFill>
                <a:latin typeface="Plus Jakarta Sans"/>
              </a:rPr>
              <a:t>Order disetujui, dikirim ke customer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948672" y="2743200"/>
            <a:ext cx="256032" cy="457200"/>
          </a:xfrm>
          <a:prstGeom prst="rightArrow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195560" y="1828800"/>
            <a:ext cx="16916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/>
            <a:r>
              <a:rPr sz="3000" b="1">
                <a:solidFill>
                  <a:srgbClr val="D62828"/>
                </a:solidFill>
                <a:latin typeface="Outfit"/>
              </a:rPr>
              <a:t>6</a:t>
            </a:r>
          </a:p>
          <a:p>
            <a:pPr algn="ctr"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  <a:latin typeface="Outfit"/>
              </a:rPr>
              <a:t>Monitor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6B7280"/>
                </a:solidFill>
                <a:latin typeface="Plus Jakarta Sans"/>
              </a:rPr>
              <a:t>Semua panel pantau status real-time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Outfit"/>
              </a:rPr>
              <a:t>4 Panel, 1 Aplikasi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Plus Jakarta Sans"/>
              </a:rPr>
              <a:t>Setiap peran punya dashboard &amp; akses sesuai tugasnya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41148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9CA3AF"/>
                </a:solidFill>
                <a:latin typeface="Outfit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D62828"/>
                </a:solidFill>
                <a:latin typeface="Outfit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  <a:latin typeface="Plus Jakarta Sans"/>
              </a:rPr>
              <a:t>▪ Akses penuh Admin + Sales. Monitoring seluruh penjualan distributor.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FFB703"/>
                </a:solidFill>
                <a:latin typeface="Outfit"/>
              </a:rPr>
              <a:t>ADMIN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  <a:latin typeface="Plus Jakarta Sans"/>
              </a:rPr>
              <a:t>▪ Kelola data, user, harga, ongkir, approve order &amp; laporan.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916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10B981"/>
                </a:solidFill>
                <a:latin typeface="Outfit"/>
              </a:rPr>
              <a:t>SALES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  <a:latin typeface="Plus Jakarta Sans"/>
              </a:rPr>
              <a:t>▪ Monitoring area sendiri &amp; customer referal. Tanpa membuat order.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8404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9CA3AF"/>
                </a:solidFill>
                <a:latin typeface="Outfit"/>
              </a:rPr>
              <a:t>CUSTOMER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  <a:latin typeface="Plus Jakarta Sans"/>
              </a:rPr>
              <a:t>▪ Order online, input tujuan kirim, pantau status &amp; pengiriman.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lus Jakarta Sans"/>
              </a:rPr>
              <a:t>Owner dapat mengakses panel Admin dan Sales sekaligus — tanpa perlu akun terpisah.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Outfit"/>
              </a:rPr>
              <a:t>Panel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Plus Jakarta Sans"/>
              </a:rPr>
              <a:t>Kontrol penuh operasional distributor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41148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9CA3AF"/>
                </a:solidFill>
                <a:latin typeface="Outfit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D62828"/>
                </a:solidFill>
                <a:latin typeface="Outfit"/>
              </a:rPr>
              <a:t>Modul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  <a:latin typeface="Plus Jakarta Sans"/>
              </a:rPr>
              <a:t>▪ Dashboard penjualan + grafik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  <a:latin typeface="Plus Jakarta Sans"/>
              </a:rPr>
              <a:t>▪ User management (Admin, Sales, Customer)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  <a:latin typeface="Plus Jakarta Sans"/>
              </a:rPr>
              <a:t>▪ Produk, satuan, harga jual &amp; harga beli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  <a:latin typeface="Plus Jakarta Sans"/>
              </a:rPr>
              <a:t>▪ Harga produk per area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FFB703"/>
                </a:solidFill>
                <a:latin typeface="Outfit"/>
              </a:rPr>
              <a:t>Transaksi &amp; Laporan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  <a:latin typeface="Plus Jakarta Sans"/>
              </a:rPr>
              <a:t>▪ Area &amp; tarif ongkir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  <a:latin typeface="Plus Jakarta Sans"/>
              </a:rPr>
              <a:t>▪ Kelola customer &amp; status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  <a:latin typeface="Plus Jakarta Sans"/>
              </a:rPr>
              <a:t>▪ Approve order + estimasi cuan/rugi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  <a:latin typeface="Plus Jakarta Sans"/>
              </a:rPr>
              <a:t>▪ Kelola sistem referal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10B981"/>
                </a:solidFill>
                <a:latin typeface="Outfit"/>
              </a:rPr>
              <a:t>Monitoring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  <a:latin typeface="Plus Jakarta Sans"/>
              </a:rPr>
              <a:t>▪ Monitor semua transaksi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  <a:latin typeface="Plus Jakarta Sans"/>
              </a:rPr>
              <a:t>▪ Riwayat &amp; status pengiriman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1A"/>
                </a:solidFill>
                <a:latin typeface="Plus Jakarta Sans"/>
              </a:rPr>
              <a:t>▪ Laporan penjualan (rekap/export)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Outfit"/>
              </a:rPr>
              <a:t>Panel Sales &amp;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Plus Jakarta Sans"/>
              </a:rPr>
              <a:t>Fokus monitoring untuk sales, kemudahan order untuk 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41148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9CA3AF"/>
                </a:solidFill>
                <a:latin typeface="Outfit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10B981"/>
                </a:solidFill>
                <a:latin typeface="Outfit"/>
              </a:rPr>
              <a:t>PANEL SALES (Monitoring)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1A1A1A"/>
                </a:solidFill>
                <a:latin typeface="Plus Jakarta Sans"/>
              </a:rPr>
              <a:t>▪ Dashboard ringkasan penjualan area sendiri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1A1A1A"/>
                </a:solidFill>
                <a:latin typeface="Plus Jakarta Sans"/>
              </a:rPr>
              <a:t>▪ Monitoring transaksi customer di area (read-only)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1A1A1A"/>
                </a:solidFill>
                <a:latin typeface="Plus Jakarta Sans"/>
              </a:rPr>
              <a:t>▪ Lacak customer referal di area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1A1A1A"/>
                </a:solidFill>
                <a:latin typeface="Plus Jakarta Sans"/>
              </a:rPr>
              <a:t>▪ Riwayat transaksi area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D62828"/>
                </a:solidFill>
                <a:latin typeface="Outfit"/>
              </a:rPr>
              <a:t>PANEL CUSTOMER (Order)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1A1A1A"/>
                </a:solidFill>
                <a:latin typeface="Plus Jakarta Sans"/>
              </a:rPr>
              <a:t>▪ Katalog produk + harga sesuai area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1A1A1A"/>
                </a:solidFill>
                <a:latin typeface="Plus Jakarta Sans"/>
              </a:rPr>
              <a:t>▪ Buat order + input tujuan kirim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1A1A1A"/>
                </a:solidFill>
                <a:latin typeface="Plus Jakarta Sans"/>
              </a:rPr>
              <a:t>▪ Total otomatis: produk + ongkir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1A1A1A"/>
                </a:solidFill>
                <a:latin typeface="Plus Jakarta Sans"/>
              </a:rPr>
              <a:t>▪ Riwayat order &amp; status (pending → selesai)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1A1A1A"/>
                </a:solidFill>
                <a:latin typeface="Plus Jakarta Sans"/>
              </a:rPr>
              <a:t>▪ Monitoring pengiriman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1A1A1A"/>
                </a:solidFill>
                <a:latin typeface="Plus Jakarta Sans"/>
              </a:rPr>
              <a:t>▪ Sistem referal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Outfit"/>
              </a:rPr>
              <a:t>Fitur Awal (Fase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Plus Jakarta Sans"/>
              </a:rPr>
              <a:t>Paket standar — semua fitur berbayar, tidak ada versi gratis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41148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9CA3AF"/>
                </a:solidFill>
                <a:latin typeface="Outfit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8404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Outfit"/>
              </a:rPr>
              <a:t>FASE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D62828"/>
                </a:solidFill>
                <a:latin typeface="Outfit"/>
              </a:rPr>
              <a:t>Login Gmail + Manual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1A"/>
                </a:solidFill>
                <a:latin typeface="Plus Jakarta Sans"/>
              </a:rPr>
              <a:t>▪ Dua cara masuk; semua orang bisa dibuatkan akun.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D62828"/>
                </a:solidFill>
                <a:latin typeface="Outfit"/>
              </a:rPr>
              <a:t>4 Role &amp; Dashboard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1A"/>
                </a:solidFill>
                <a:latin typeface="Plus Jakarta Sans"/>
              </a:rPr>
              <a:t>▪ Owner, Admin, Sales, Customer — akses sesuai peran.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55448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D62828"/>
                </a:solidFill>
                <a:latin typeface="Outfit"/>
              </a:rPr>
              <a:t>Katalog &amp; Harga Area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1A"/>
                </a:solidFill>
                <a:latin typeface="Plus Jakarta Sans"/>
              </a:rPr>
              <a:t>▪ Produk dengan harga berbeda per area.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27248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D62828"/>
                </a:solidFill>
                <a:latin typeface="Outfit"/>
              </a:rPr>
              <a:t>Order Online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1A"/>
                </a:solidFill>
                <a:latin typeface="Plus Jakarta Sans"/>
              </a:rPr>
              <a:t>▪ Customer pesan langsung dengan estimasi ongkir.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127248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D62828"/>
                </a:solidFill>
                <a:latin typeface="Outfit"/>
              </a:rPr>
              <a:t>Estimasi Cuan / Rugi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1A"/>
                </a:solidFill>
                <a:latin typeface="Plus Jakarta Sans"/>
              </a:rPr>
              <a:t>▪ Proyeksi margin setiap order saat approve.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3127248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D62828"/>
                </a:solidFill>
                <a:latin typeface="Outfit"/>
              </a:rPr>
              <a:t>Sistem Referal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1A"/>
                </a:solidFill>
                <a:latin typeface="Plus Jakarta Sans"/>
              </a:rPr>
              <a:t>▪ Lacak pembelian customer via non-sales.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00016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D62828"/>
                </a:solidFill>
                <a:latin typeface="Outfit"/>
              </a:rPr>
              <a:t>Approve Order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1A"/>
                </a:solidFill>
                <a:latin typeface="Plus Jakarta Sans"/>
              </a:rPr>
              <a:t>▪ Admin review sebelum order diproses.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700016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D62828"/>
                </a:solidFill>
                <a:latin typeface="Outfit"/>
              </a:rPr>
              <a:t>Monitoring Status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1A"/>
                </a:solidFill>
                <a:latin typeface="Plus Jakarta Sans"/>
              </a:rPr>
              <a:t>▪ Status transaksi terlihat di semua panel.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4700016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D62828"/>
                </a:solidFill>
                <a:latin typeface="Outfit"/>
              </a:rPr>
              <a:t>Laporan Dasar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1A"/>
                </a:solidFill>
                <a:latin typeface="Plus Jakarta Sans"/>
              </a:rPr>
              <a:t>▪ Rekap penjualan untuk pengambilan keputusan.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Outfit"/>
              </a:rPr>
              <a:t>Fitur Upgrade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Plus Jakarta Sans"/>
              </a:rPr>
              <a:t>Tingkatkan kemampuan seiring pertumbuhan bisnis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41148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9CA3AF"/>
                </a:solidFill>
                <a:latin typeface="Outfit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8404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Outfit"/>
              </a:rPr>
              <a:t>UPGRADE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FFB703"/>
                </a:solidFill>
                <a:latin typeface="Outfit"/>
              </a:rPr>
              <a:t>LEVEL 1 — BUSINESS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Plus Jakarta Sans"/>
              </a:rPr>
              <a:t>▪ Analisa transaksi: tren penjualan &amp; produk terlaris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Plus Jakarta Sans"/>
              </a:rPr>
              <a:t>▪ Piutang &amp; kredit: limit, aging, status pembayaran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Plus Jakarta Sans"/>
              </a:rPr>
              <a:t>▪ Target &amp; komisi sales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Plus Jakarta Sans"/>
              </a:rPr>
              <a:t>▪ Laporan lengkap: export Excel/PDF + audit trail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37160"/>
          <a:lstStyle/>
          <a:p>
            <a:pPr algn="ctr"/>
            <a:r>
              <a:rPr sz="1600" b="1">
                <a:solidFill>
                  <a:srgbClr val="10B981"/>
                </a:solidFill>
                <a:latin typeface="Outfit"/>
              </a:rPr>
              <a:t>LEVEL 2 — ENTERPRISE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Plus Jakarta Sans"/>
              </a:rPr>
              <a:t>▪ Integrasi produsen: sinkronisasi harga &amp; PO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Plus Jakarta Sans"/>
              </a:rPr>
              <a:t>▪ Tracking pengiriman real-time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  <a:latin typeface="Plus Jakarta Sans"/>
              </a:rPr>
              <a:t>▪ Multi-gudang &amp; manajemen stok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Outfit"/>
              </a:rPr>
              <a:t>Siap tingkatkan operasional distributor Anda?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B7280"/>
                </a:solidFill>
                <a:latin typeface="Plus Jakarta Sans"/>
              </a:rPr>
              <a:t>DistributorApp — order online, ongkir otomatis, dan kontrol penuh penjualan.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114800"/>
            <a:ext cx="2011680" cy="5486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66344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B703"/>
                </a:solidFill>
                <a:latin typeface="Plus Jakarta Sans"/>
              </a:rPr>
              <a:t>Tanyakan penawaran &amp; demo untuk distributor Anda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03504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CA3AF"/>
                </a:solidFill>
                <a:latin typeface="Plus Jakarta Sans"/>
              </a:rPr>
              <a:t>© JR Logix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